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nyG3CmdNMWRiu9Qmzkd1Tfoo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4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9610725" y="472380"/>
            <a:ext cx="2124075" cy="266700"/>
          </a:xfrm>
          <a:prstGeom prst="roundRect">
            <a:avLst>
              <a:gd fmla="val 214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0050"/>
            <a:ext cx="166687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9744075" y="529530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 Requerimientos Registrados</a:t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457200" y="381000"/>
            <a:ext cx="595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ADMINISTRATIVO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457200" y="533400"/>
            <a:ext cx="595312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Actividades del Sistema - Módulo ADM</a:t>
            </a:r>
            <a:endParaRPr/>
          </a:p>
        </p:txBody>
      </p:sp>
      <p:pic>
        <p:nvPicPr>
          <p:cNvPr id="89" name="Google Shape;8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50" y="1371963"/>
            <a:ext cx="11313700" cy="41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9601200" y="472380"/>
            <a:ext cx="2133600" cy="266700"/>
          </a:xfrm>
          <a:prstGeom prst="roundRect">
            <a:avLst>
              <a:gd fmla="val 214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0050"/>
            <a:ext cx="166687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9734550" y="52953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Requerimientos Registrados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457200" y="381000"/>
            <a:ext cx="5703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DEL CLIENTE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457200" y="533400"/>
            <a:ext cx="5703093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Actividades del Sistema - Módulo CLI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450" y="1756300"/>
            <a:ext cx="10327101" cy="33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10277475" y="472380"/>
            <a:ext cx="1457325" cy="266700"/>
          </a:xfrm>
          <a:prstGeom prst="roundRect">
            <a:avLst>
              <a:gd fmla="val 214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0050"/>
            <a:ext cx="138112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10410825" y="529530"/>
            <a:ext cx="1285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Hitos Estratégicos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57200" y="381000"/>
            <a:ext cx="7250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8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CAPSTONE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457200" y="533400"/>
            <a:ext cx="7251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Entregables y Criterios de Aceptación Medibles</a:t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5" y="1276063"/>
            <a:ext cx="11903651" cy="296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25" y="4237725"/>
            <a:ext cx="11903650" cy="189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10553700" y="472380"/>
            <a:ext cx="1181100" cy="266700"/>
          </a:xfrm>
          <a:prstGeom prst="roundRect">
            <a:avLst>
              <a:gd fmla="val 21428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53000" y="2305942"/>
            <a:ext cx="2286000" cy="361950"/>
          </a:xfrm>
          <a:prstGeom prst="roundRect">
            <a:avLst>
              <a:gd fmla="val 15789" name="adj"/>
            </a:avLst>
          </a:prstGeom>
          <a:solidFill>
            <a:srgbClr val="0F172A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57750" y="3172717"/>
            <a:ext cx="2476500" cy="342900"/>
          </a:xfrm>
          <a:prstGeom prst="roundRect">
            <a:avLst>
              <a:gd fmla="val 1666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257800" y="3668017"/>
            <a:ext cx="1676400" cy="190500"/>
          </a:xfrm>
          <a:prstGeom prst="roundRect">
            <a:avLst>
              <a:gd fmla="val 50000" name="adj"/>
            </a:avLst>
          </a:prstGeom>
          <a:solidFill>
            <a:srgbClr val="21121D"/>
          </a:solidFill>
          <a:ln cap="flat" cmpd="sng" w="9525">
            <a:solidFill>
              <a:srgbClr val="50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762500" y="4010917"/>
            <a:ext cx="2667000" cy="381000"/>
          </a:xfrm>
          <a:prstGeom prst="roundRect">
            <a:avLst>
              <a:gd fmla="val 15000" name="adj"/>
            </a:avLst>
          </a:prstGeom>
          <a:solidFill>
            <a:srgbClr val="D90429"/>
          </a:solidFill>
          <a:ln cap="flat" cmpd="sng" w="9525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081956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081956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706713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706713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331469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31469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956226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956226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580983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580983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205739" y="4639567"/>
            <a:ext cx="1529506" cy="295275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205739" y="5011042"/>
            <a:ext cx="1529506" cy="2762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850" y="284886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00050"/>
            <a:ext cx="15716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6850" y="2429767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1162" y="32870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57825" y="414426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8991" y="4744342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70423" y="4744342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80879" y="4744342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72311" y="4744342"/>
            <a:ext cx="1143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20867" y="4744342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55149" y="4744342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65631" y="4744342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0687050" y="529530"/>
            <a:ext cx="1009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Multicapa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457200" y="381000"/>
            <a:ext cx="571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ESTRUCTURAL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57200" y="533400"/>
            <a:ext cx="57150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Esquema de Arquitectura del Sistema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4906275" y="2401630"/>
            <a:ext cx="2590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o Administrador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4681537" y="3267967"/>
            <a:ext cx="2828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Frontend Next.js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5353050" y="3687067"/>
            <a:ext cx="1581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Solicitudes HTTP + JWT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4562475" y="4106167"/>
            <a:ext cx="3067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Backend Express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342211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323161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MySQL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1966968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947918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autenticación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3591724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Clientes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3572674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clientes y planes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216481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Pagos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5197431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Pagos y asignaciones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6841238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Contratos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6822188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Archivos de contratos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8465994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Tests QA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8446944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en memoria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0090751" y="4715767"/>
            <a:ext cx="1759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SMTP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0071701" y="5068192"/>
            <a:ext cx="179758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Correos &amp; Alertas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10182225" y="472380"/>
            <a:ext cx="1552575" cy="266700"/>
          </a:xfrm>
          <a:prstGeom prst="roundRect">
            <a:avLst>
              <a:gd fmla="val 214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0050"/>
            <a:ext cx="166687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10315575" y="52953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localhost:3000/login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457200" y="381000"/>
            <a:ext cx="64412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DE PANTALLA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457200" y="533400"/>
            <a:ext cx="6441281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de Autenticación &amp; Servidor Local</a:t>
            </a:r>
            <a:endParaRPr/>
          </a:p>
        </p:txBody>
      </p:sp>
      <p:pic>
        <p:nvPicPr>
          <p:cNvPr id="176" name="Google Shape;176;p6" title="Captura de pantalla 2026-10-01 1105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325" y="1219588"/>
            <a:ext cx="7859348" cy="44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9820275" y="472380"/>
            <a:ext cx="1914525" cy="266700"/>
          </a:xfrm>
          <a:prstGeom prst="roundRect">
            <a:avLst>
              <a:gd fmla="val 214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0050"/>
            <a:ext cx="157162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 txBox="1"/>
          <p:nvPr/>
        </p:nvSpPr>
        <p:spPr>
          <a:xfrm>
            <a:off x="9953625" y="529530"/>
            <a:ext cx="1743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localhost:3000/mi-cuenta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457200" y="381000"/>
            <a:ext cx="6929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04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DE PANTALLA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457200" y="533400"/>
            <a:ext cx="6929437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de Autogestión del Cliente (Mi Cuenta)</a:t>
            </a:r>
            <a:endParaRPr/>
          </a:p>
        </p:txBody>
      </p:sp>
      <p:pic>
        <p:nvPicPr>
          <p:cNvPr id="186" name="Google Shape;186;p7" title="Captura de pantalla 2026-10-01 1104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7938" y="1009650"/>
            <a:ext cx="861612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